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5FF"/>
                </a:solidFill>
              </a:defRPr>
            </a:pPr>
            <a:r>
              <a:t>SQLiGuard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B4CD"/>
                </a:solidFill>
              </a:defRPr>
            </a:pPr>
            <a:r>
              <a:t>SQL Injection Detection and Prevention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1E9F5"/>
                </a:solidFill>
              </a:defRPr>
            </a:pPr>
            <a:r>
              <a:t>•  Problem: unsafe SQL query construction can allow user input to change authentication logic.</a:t>
            </a:r>
          </a:p>
          <a:p>
            <a:pPr>
              <a:spcAft>
                <a:spcPts val="1600"/>
              </a:spcAft>
              <a:defRPr sz="2100">
                <a:solidFill>
                  <a:srgbClr val="E1E9F5"/>
                </a:solidFill>
              </a:defRPr>
            </a:pPr>
            <a:r>
              <a:t>•  Goal: detect the weakness in a local vulnerable baseline and evaluate parameterized queries.</a:t>
            </a:r>
          </a:p>
          <a:p>
            <a:pPr>
              <a:spcAft>
                <a:spcPts val="1600"/>
              </a:spcAft>
              <a:defRPr sz="2100">
                <a:solidFill>
                  <a:srgbClr val="E1E9F5"/>
                </a:solidFill>
              </a:defRPr>
            </a:pPr>
            <a:r>
              <a:t>•  Scope: intentionally vulnerable PHP/MySQL lab; testing restricted to localhost.</a:t>
            </a:r>
          </a:p>
          <a:p>
            <a:pPr>
              <a:spcAft>
                <a:spcPts val="1600"/>
              </a:spcAft>
              <a:defRPr sz="2100">
                <a:solidFill>
                  <a:srgbClr val="E1E9F5"/>
                </a:solidFill>
              </a:defRPr>
            </a:pPr>
            <a:r>
              <a:t>•  Team: [Add three member names and USNs]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5FF"/>
                </a:solidFill>
              </a:defRPr>
            </a:pPr>
            <a:r>
              <a:t>Design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B4CD"/>
                </a:solidFill>
              </a:defRPr>
            </a:pPr>
            <a:r>
              <a:t>Two implementations, one repeatable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Vulnerable baseline: user input is concatenated into the SQL statement.</a:t>
            </a:r>
          </a:p>
          <a:p>
            <a:r>
              <a:t>•  Secured endpoint: prepared statement and bound parameters separate input from SQL structure.</a:t>
            </a:r>
          </a:p>
          <a:p>
            <a:r>
              <a:t>•  Python test_runner.py runs ten HTTP behavior tests plus four source-pattern checks (14 total).</a:t>
            </a:r>
          </a:p>
          <a:p>
            <a:r>
              <a:t>•  Outputs: evidence/test_report.html and evidence/test_results.json.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5FF"/>
                </a:solidFill>
              </a:defRPr>
            </a:pPr>
            <a:r>
              <a:t>Demonstration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B4CD"/>
                </a:solidFill>
              </a:defRPr>
            </a:pPr>
            <a:r>
              <a:t>Use the latest real test report and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Enhanced suite: 10 HTTP behavior tests + 4 lightweight source-pattern checks; rerun locally to verify totals.</a:t>
            </a:r>
          </a:p>
          <a:p>
            <a:r>
              <a:t>•  Valid credentials succeeded on both implementations; invalid credentials were rejected.</a:t>
            </a:r>
          </a:p>
          <a:p>
            <a:r>
              <a:t>•  Controlled injection probe reproduced the weakness on the vulnerable endpoint.</a:t>
            </a:r>
          </a:p>
          <a:p>
            <a:r>
              <a:t>•  The same probe was rejected by the secured endpoint.</a:t>
            </a:r>
          </a:p>
          <a:p>
            <a:r>
              <a:t>•  Show the terminal output and open evidence/test_report.html during the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5FF"/>
                </a:solidFill>
              </a:defRPr>
            </a:pPr>
            <a:r>
              <a:t>Mitigation, Limits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0B4CD"/>
                </a:solidFill>
              </a:defRPr>
            </a:pPr>
            <a:r>
              <a:t>What the evidence proves—and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Parameterized queries mitigated the demonstrated injection for this login workflow.</a:t>
            </a:r>
          </a:p>
          <a:p>
            <a:r>
              <a:t>•  Additional controls: generic errors, server-side error logging, and HTML output escaping.</a:t>
            </a:r>
          </a:p>
          <a:p>
            <a:r>
              <a:t>•  Limitations: one login flow; source checks are pattern-based and HTTP checks rely on visible responses; not a general-purpose scanner.</a:t>
            </a:r>
          </a:p>
          <a:p>
            <a:r>
              <a:t>•  Future work: password hashing, least-privilege DB access, broader tests, and regression coverage.</a:t>
            </a:r>
          </a:p>
          <a:p>
            <a:r>
              <a:t>•  Only test the isolated local lab; never expose the vulnerable endpoint publicly.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